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13" autoAdjust="0"/>
    <p:restoredTop sz="94660"/>
  </p:normalViewPr>
  <p:slideViewPr>
    <p:cSldViewPr snapToGrid="0">
      <p:cViewPr>
        <p:scale>
          <a:sx n="150" d="100"/>
          <a:sy n="150" d="100"/>
        </p:scale>
        <p:origin x="26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330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29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49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1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29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548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33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75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16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170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01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1F218-67D9-4E42-AC99-82B903B7ACBA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BD844-0857-4D3A-ACF2-745766A141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678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92" y="1105394"/>
            <a:ext cx="11295570" cy="55767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792" y="397508"/>
            <a:ext cx="4418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TX Verification</a:t>
            </a:r>
            <a:endParaRPr lang="ko-KR" altLang="en-US" sz="40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6093" y="5242142"/>
            <a:ext cx="1540702" cy="11837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4079089" y="4842073"/>
            <a:ext cx="2047592" cy="1583779"/>
            <a:chOff x="4028985" y="4903939"/>
            <a:chExt cx="2047592" cy="158377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28986" y="4903939"/>
              <a:ext cx="2047591" cy="1583779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4028985" y="4903939"/>
              <a:ext cx="2047591" cy="158377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아래쪽 화살표 8"/>
          <p:cNvSpPr/>
          <p:nvPr/>
        </p:nvSpPr>
        <p:spPr>
          <a:xfrm rot="16200000">
            <a:off x="2853271" y="5273923"/>
            <a:ext cx="701457" cy="857101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322513" y="5406871"/>
            <a:ext cx="3601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8</a:t>
            </a:r>
            <a:r>
              <a:rPr lang="ko-KR" altLang="en-US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비트 이기에 </a:t>
            </a:r>
            <a:r>
              <a:rPr lang="en-US" altLang="ko-KR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의 </a:t>
            </a:r>
            <a:r>
              <a:rPr lang="en-US" altLang="ko-KR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8</a:t>
            </a:r>
            <a:r>
              <a:rPr lang="ko-KR" altLang="en-US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제곱인 </a:t>
            </a:r>
            <a:r>
              <a:rPr lang="en-US" altLang="ko-KR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512</a:t>
            </a:r>
            <a:r>
              <a:rPr lang="ko-KR" altLang="en-US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번과 오류 체크를 위해 총 </a:t>
            </a:r>
            <a:r>
              <a:rPr lang="en-US" altLang="ko-KR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600</a:t>
            </a:r>
            <a:r>
              <a:rPr lang="ko-KR" altLang="en-US" sz="16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번 동작</a:t>
            </a:r>
            <a:endParaRPr lang="ko-KR" altLang="en-US" sz="16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066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28792" y="397508"/>
            <a:ext cx="4418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TX Verification</a:t>
            </a:r>
            <a:endParaRPr lang="ko-KR" altLang="en-US" sz="40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92" y="1342844"/>
            <a:ext cx="11545422" cy="250525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93" y="4464010"/>
            <a:ext cx="5591008" cy="102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2650" y="4376072"/>
            <a:ext cx="3117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1000_1101 -&gt; 8D</a:t>
            </a:r>
            <a:endParaRPr lang="ko-KR" altLang="en-US" sz="24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68468" y="4413211"/>
            <a:ext cx="5711658" cy="3873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아래쪽 화살표 13"/>
          <p:cNvSpPr/>
          <p:nvPr/>
        </p:nvSpPr>
        <p:spPr>
          <a:xfrm rot="16200000">
            <a:off x="6499225" y="4321134"/>
            <a:ext cx="581025" cy="65087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921000" y="1930401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2400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18000" y="1958034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2400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54600" y="1956149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2400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08924" y="1956147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2400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7600" y="1934866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</a:t>
            </a:r>
            <a:endParaRPr lang="ko-KR" altLang="en-US" sz="2400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75722" y="1956147"/>
            <a:ext cx="338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</a:t>
            </a:r>
            <a:endParaRPr lang="ko-KR" altLang="en-US" sz="2400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64300" y="1956148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</a:t>
            </a:r>
            <a:endParaRPr lang="ko-KR" altLang="en-US" sz="2400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86612" y="1956147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</a:t>
            </a:r>
            <a:endParaRPr lang="ko-KR" altLang="en-US" sz="2400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9219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92" y="4269128"/>
            <a:ext cx="3954885" cy="258887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92" y="1241854"/>
            <a:ext cx="11216179" cy="275435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 t="58679" r="57425" b="29392"/>
          <a:stretch/>
        </p:blipFill>
        <p:spPr>
          <a:xfrm>
            <a:off x="4943075" y="4404360"/>
            <a:ext cx="1857634" cy="3429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075" y="5563564"/>
            <a:ext cx="1857634" cy="428685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>
            <a:off x="5866949" y="4991273"/>
            <a:ext cx="4943" cy="32827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9268" y="4404360"/>
            <a:ext cx="2438740" cy="1645920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8554764" y="4575810"/>
            <a:ext cx="2026509" cy="12998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036881" y="4943184"/>
            <a:ext cx="217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FSM </a:t>
            </a:r>
            <a:r>
              <a:rPr lang="ko-KR" altLang="en-US" sz="2000" b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전이 타이밍 </a:t>
            </a:r>
            <a:endParaRPr lang="ko-KR" altLang="en-US" sz="2000" b="1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8792" y="397508"/>
            <a:ext cx="3422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트러블 슈팅</a:t>
            </a:r>
            <a:endParaRPr lang="ko-KR" altLang="en-US" sz="40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2993722" y="2517732"/>
            <a:ext cx="237994" cy="2390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169083" y="2409843"/>
            <a:ext cx="1471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mtClean="0">
                <a:solidFill>
                  <a:schemeClr val="bg1"/>
                </a:solidFill>
              </a:rPr>
              <a:t>start tick </a:t>
            </a:r>
            <a:r>
              <a:rPr lang="ko-KR" altLang="en-US" sz="1000" b="1" smtClean="0">
                <a:solidFill>
                  <a:schemeClr val="bg1"/>
                </a:solidFill>
              </a:rPr>
              <a:t>생성 미확인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3231716" y="2756817"/>
            <a:ext cx="619897" cy="100099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04987" y="3677253"/>
            <a:ext cx="1562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mtClean="0">
                <a:solidFill>
                  <a:schemeClr val="bg1"/>
                </a:solidFill>
              </a:rPr>
              <a:t>State </a:t>
            </a:r>
            <a:r>
              <a:rPr lang="ko-KR" altLang="en-US" sz="1000" b="1" smtClean="0">
                <a:solidFill>
                  <a:schemeClr val="bg1"/>
                </a:solidFill>
              </a:rPr>
              <a:t>전이를 못하는 중</a:t>
            </a:r>
            <a:endParaRPr lang="ko-KR" altLang="en-US" sz="1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21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44</Words>
  <Application>Microsoft Office PowerPoint</Application>
  <PresentationFormat>와이드스크린</PresentationFormat>
  <Paragraphs>16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14</cp:revision>
  <dcterms:created xsi:type="dcterms:W3CDTF">2025-11-11T00:37:07Z</dcterms:created>
  <dcterms:modified xsi:type="dcterms:W3CDTF">2025-11-11T05:28:33Z</dcterms:modified>
</cp:coreProperties>
</file>