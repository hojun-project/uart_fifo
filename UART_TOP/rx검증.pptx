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150" d="100"/>
          <a:sy n="150" d="100"/>
        </p:scale>
        <p:origin x="55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02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03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58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91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18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24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94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3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78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53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6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17D4B-E3AB-4EB0-A105-B2E4C1B0B4DC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237E6-57B1-4F50-AC8E-EEB2D550D7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0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70" y="1223706"/>
            <a:ext cx="10938630" cy="5513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350" y="464820"/>
            <a:ext cx="5413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[VERIFICATION] RX</a:t>
            </a:r>
            <a:endParaRPr lang="ko-KR" altLang="en-US" sz="3200" b="1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1000" y="5372100"/>
            <a:ext cx="2159000" cy="1422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16200000">
            <a:off x="3278982" y="5525293"/>
            <a:ext cx="715962" cy="1057275"/>
          </a:xfrm>
          <a:prstGeom prst="downArrow">
            <a:avLst>
              <a:gd name="adj1" fmla="val 50000"/>
              <a:gd name="adj2" fmla="val 8091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532" y="4737100"/>
            <a:ext cx="4023765" cy="21209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579531" y="4737100"/>
            <a:ext cx="4023765" cy="21209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615996" y="5629275"/>
            <a:ext cx="284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8</a:t>
            </a:r>
            <a:r>
              <a:rPr lang="ko-KR" altLang="en-US" sz="2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비트 이기에 랜덤된 중복을 포함하여 </a:t>
            </a:r>
            <a:r>
              <a:rPr lang="en-US" altLang="ko-KR" sz="2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512</a:t>
            </a:r>
            <a:r>
              <a:rPr lang="ko-KR" altLang="en-US" sz="2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번에서 더 돌려 </a:t>
            </a:r>
            <a:r>
              <a:rPr lang="en-US" altLang="ko-KR" sz="2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600</a:t>
            </a:r>
            <a:r>
              <a:rPr lang="ko-KR" altLang="en-US" sz="200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번</a:t>
            </a:r>
            <a:endParaRPr lang="ko-KR" altLang="en-US" sz="200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080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10" y="4337745"/>
            <a:ext cx="3555448" cy="227343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50" y="1310640"/>
            <a:ext cx="11753470" cy="2766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350" y="464820"/>
            <a:ext cx="5413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[VERIFICATION] RX</a:t>
            </a:r>
            <a:endParaRPr lang="ko-KR" altLang="en-US" sz="3200" b="1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5082540" y="2766060"/>
            <a:ext cx="472440" cy="3924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554980" y="2737872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capture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70068" y="1715985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rgbClr val="FF0000"/>
                </a:solidFill>
              </a:rPr>
              <a:t>1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2887" y="1715985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FF0000"/>
                </a:solidFill>
              </a:rPr>
              <a:t>0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75706" y="1715985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rgbClr val="FF0000"/>
                </a:solidFill>
              </a:rPr>
              <a:t>1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78525" y="1715984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rgbClr val="FF0000"/>
                </a:solidFill>
              </a:rPr>
              <a:t>1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81344" y="1715984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FF0000"/>
                </a:solidFill>
              </a:rPr>
              <a:t>0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84163" y="1715984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FF0000"/>
                </a:solidFill>
              </a:rPr>
              <a:t>0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86982" y="1715984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rgbClr val="FF0000"/>
                </a:solidFill>
              </a:rPr>
              <a:t>0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89801" y="1715984"/>
            <a:ext cx="302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rgbClr val="FF0000"/>
                </a:solidFill>
              </a:rPr>
              <a:t>1</a:t>
            </a:r>
            <a:endParaRPr lang="ko-KR" altLang="en-US" sz="2400" b="1">
              <a:solidFill>
                <a:srgbClr val="FF0000"/>
              </a:solidFill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5151728" y="4337745"/>
            <a:ext cx="2422552" cy="523221"/>
            <a:chOff x="5270666" y="4843153"/>
            <a:chExt cx="2422552" cy="523221"/>
          </a:xfrm>
        </p:grpSpPr>
        <p:sp>
          <p:nvSpPr>
            <p:cNvPr id="20" name="TextBox 19"/>
            <p:cNvSpPr txBox="1"/>
            <p:nvPr/>
          </p:nvSpPr>
          <p:spPr>
            <a:xfrm>
              <a:off x="5270666" y="4843154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73485" y="4843154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>
                  <a:latin typeface="HY견고딕" panose="02030600000101010101" pitchFamily="18" charset="-127"/>
                  <a:ea typeface="HY견고딕" panose="02030600000101010101" pitchFamily="18" charset="-127"/>
                </a:rPr>
                <a:t>0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76304" y="4843154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179123" y="4843153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81942" y="4843153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>
                  <a:latin typeface="HY견고딕" panose="02030600000101010101" pitchFamily="18" charset="-127"/>
                  <a:ea typeface="HY견고딕" panose="02030600000101010101" pitchFamily="18" charset="-127"/>
                </a:rPr>
                <a:t>0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84761" y="4843153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>
                  <a:latin typeface="HY견고딕" panose="02030600000101010101" pitchFamily="18" charset="-127"/>
                  <a:ea typeface="HY견고딕" panose="02030600000101010101" pitchFamily="18" charset="-127"/>
                </a:rPr>
                <a:t>0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087580" y="4843153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>
                  <a:latin typeface="HY견고딕" panose="02030600000101010101" pitchFamily="18" charset="-127"/>
                  <a:ea typeface="HY견고딕" panose="02030600000101010101" pitchFamily="18" charset="-127"/>
                </a:rPr>
                <a:t>0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390399" y="4843153"/>
              <a:ext cx="3028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1</a:t>
              </a:r>
              <a:endParaRPr lang="ko-KR" altLang="en-US" sz="2800" b="1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38" name="아래쪽 화살표 37"/>
          <p:cNvSpPr/>
          <p:nvPr/>
        </p:nvSpPr>
        <p:spPr>
          <a:xfrm>
            <a:off x="6211594" y="4945858"/>
            <a:ext cx="302819" cy="3523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5151728" y="5361292"/>
            <a:ext cx="2422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141</a:t>
            </a:r>
            <a:endParaRPr lang="ko-KR" altLang="en-US" sz="2400" b="1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7728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</Words>
  <Application>Microsoft Office PowerPoint</Application>
  <PresentationFormat>와이드스크린</PresentationFormat>
  <Paragraphs>21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3</cp:revision>
  <dcterms:created xsi:type="dcterms:W3CDTF">2025-11-09T09:37:03Z</dcterms:created>
  <dcterms:modified xsi:type="dcterms:W3CDTF">2025-11-09T09:43:38Z</dcterms:modified>
</cp:coreProperties>
</file>